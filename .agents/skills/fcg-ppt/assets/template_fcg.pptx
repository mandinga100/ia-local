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viewPr>
    <p:normalViewPr>
      <p:restoredLeft sz="15620"/>
      <p:restoredTop sz="94600"/>
    </p:normalViewPr>
  </p:vie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